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7.xml"/><Relationship Id="rId5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9.xml"/><Relationship Id="rId5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10.xml"/><Relationship Id="rId5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11.xml"/><Relationship Id="rId5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Vaultix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Secure Your Digital Life</a:t>
            </a:r>
          </a:p>
        </p:txBody>
      </p:sp>
      <p:pic>
        <p:nvPicPr>
          <p:cNvPr id="4" name="Picture 3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E3F0"/>
                </a:solidFill>
              </a:defRPr>
            </a:pPr>
            <a:r>
              <a:t>Android Password Manager — Kotlin + Firebase + AES</a:t>
            </a:r>
          </a:p>
          <a:p>
            <a:pPr>
              <a:defRPr sz="2400">
                <a:solidFill>
                  <a:srgbClr val="D6E3F0"/>
                </a:solidFill>
              </a:defRPr>
            </a:pPr>
            <a:r>
              <a:t>Soutenance du mini-projet</a:t>
            </a:r>
          </a:p>
          <a:p>
            <a:pPr>
              <a:defRPr sz="2400">
                <a:solidFill>
                  <a:srgbClr val="D6E3F0"/>
                </a:solidFill>
              </a:defRPr>
            </a:pPr>
            <a:r>
              <a:t>Authentification, sécurité, UX,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1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6E3F0"/>
                </a:solidFill>
              </a:defRPr>
            </a:pPr>
            <a:r>
              <a:t>1. Problématique et objectifs</a:t>
            </a:r>
          </a:p>
          <a:p>
            <a:pPr>
              <a:defRPr sz="2200">
                <a:solidFill>
                  <a:srgbClr val="D6E3F0"/>
                </a:solidFill>
              </a:defRPr>
            </a:pPr>
            <a:r>
              <a:t>2. Architecture et technologies</a:t>
            </a:r>
          </a:p>
          <a:p>
            <a:pPr>
              <a:defRPr sz="2200">
                <a:solidFill>
                  <a:srgbClr val="D6E3F0"/>
                </a:solidFill>
              </a:defRPr>
            </a:pPr>
            <a:r>
              <a:t>3. Sécurité (Master Password + chiffrement)</a:t>
            </a:r>
          </a:p>
          <a:p>
            <a:pPr>
              <a:defRPr sz="2200">
                <a:solidFill>
                  <a:srgbClr val="D6E3F0"/>
                </a:solidFill>
              </a:defRPr>
            </a:pPr>
            <a:r>
              <a:t>4. Flux utilisateur + navigation</a:t>
            </a:r>
          </a:p>
          <a:p>
            <a:pPr>
              <a:defRPr sz="2200">
                <a:solidFill>
                  <a:srgbClr val="D6E3F0"/>
                </a:solidFill>
              </a:defRPr>
            </a:pPr>
            <a:r>
              <a:t>5. Démo fonctionnalités</a:t>
            </a:r>
          </a:p>
          <a:p>
            <a:pPr>
              <a:defRPr sz="2200">
                <a:solidFill>
                  <a:srgbClr val="D6E3F0"/>
                </a:solidFill>
              </a:defRPr>
            </a:pPr>
            <a:r>
              <a:t>6. Difficultés, solutions et perspectives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22960" y="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Problématique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4343400" y="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7863840" y="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Master Security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822960" y="68580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Fonctionnalités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4343400" y="68580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Démo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863840" y="685804"/>
            <a:ext cx="3566160" cy="566928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Pourquoi Vaultix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Multiplication des comptes et mots de passe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Risque élevé de réutilisation de secrets faibles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Besoin: centraliser + chiffrer + simplifier l'usage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Vaultix répond avec un coffre chiffré côté client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Ce que le projet devait livrer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Authentification Firebase (email + Google)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Master Password demandé à chaque session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Chiffrement AES-GCM de toutes les entrées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UI claire: Welcome, Login, Master, Home, Add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Vue technique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Single-Activity: MainActivity orchestre tout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Fragments: Welcome/Login/Master/Home/Add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Repository: FirebaseRepository (Auth + Firestore)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Crypto: PasswordCrypto (PBKDF2 + AES-GCM)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Master Password et dérivation de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Salt unique par utilisateur stocké en base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KDF: PBKDF2WithHmacSHA256 (120000 itérations)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Clé AES 256 bits dérivée à chaque session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Aucune donnée sensible en clair dans Firestore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Validation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1 Master Password effectif par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Création d'un verifier chiffré au premier unlock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À chaque session: déchiffrement du verifier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Mismatch -&gt; accès refusé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Permet de bloquer les faux master passwords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Flux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De l'ouverture à la gestion des mots de passe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Welcome -&gt; Login/ Master selon session Firebase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Master validé -&gt; Home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Home -&gt; Add via FAB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Drawer: Profile/Settings/Logout/Other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Fonctionnalités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Ce qui a été ajouté en 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Génération password fort (A-Za-z0-9)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Show/Hide password dans la liste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Copy to clipboard pour chaque entrée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Welcome/Loading avec branding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Google Sign-In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Intégration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Account picker Google + récupération ID token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Firebase signInWithCredential(token)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Nécessite SHA-1/SHA-256 + google-services.json à jour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Gestion d'erreurs claire côté app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Script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1) Ouvrir app -&gt; Welcome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2) Login (email ou Google)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3) Entrer Master Password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4) Ajouter entrée + générer password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5) Show/Hide + Copy + Logout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Difficultés et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Ce qui a été résolu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CONFIGURATION_NOT_FOUND -&gt; Auth Firebase setup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PERMISSION_DENIED -&gt; règles Firestore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Google no-op -&gt; SHA/OAuth/Web client id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Navigation back/drawer -&gt; logique MainActivity corrigée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D6E3F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4E1FF"/>
                </a:solidFill>
              </a:defRPr>
            </a:pPr>
            <a:r>
              <a:t>Bilan du mini-projet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6E3F0"/>
                </a:solidFill>
              </a:defRPr>
            </a:pPr>
            <a:r>
              <a:t>Application fonctionnelle, sécurisée et démontrable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Architecture propre et évolutive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Base solide pour biométrie, edit/delete, offline cache</a:t>
            </a:r>
          </a:p>
          <a:p>
            <a:pPr>
              <a:defRPr sz="2300">
                <a:solidFill>
                  <a:srgbClr val="D6E3F0"/>
                </a:solidFill>
              </a:defRPr>
            </a:pPr>
            <a:r>
              <a:t>Excellent premier projet Android complet</a:t>
            </a:r>
          </a:p>
        </p:txBody>
      </p:sp>
      <p:pic>
        <p:nvPicPr>
          <p:cNvPr id="5" name="Picture 4" descr="vaulti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"/>
            <a:ext cx="201168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E1FF"/>
                </a:solidFill>
              </a:defRPr>
            </a:pPr>
            <a:r>
              <a:t>Vaultix — Secure Your Digital Life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457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Agenda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600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Prev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806440"/>
            <a:ext cx="1005840" cy="320040"/>
          </a:xfrm>
          <a:prstGeom prst="roundRect">
            <a:avLst/>
          </a:prstGeom>
          <a:solidFill>
            <a:srgbClr val="2465A5"/>
          </a:solidFill>
          <a:ln>
            <a:solidFill>
              <a:srgbClr val="3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6E3F0"/>
                </a:solidFill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